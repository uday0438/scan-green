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5" r:id="rId4"/>
    <p:sldId id="264" r:id="rId5"/>
    <p:sldId id="266" r:id="rId6"/>
    <p:sldId id="263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FBF1"/>
    <a:srgbClr val="DAECF6"/>
    <a:srgbClr val="D9EEF6"/>
    <a:srgbClr val="F0DFF9"/>
    <a:srgbClr val="5C98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2F3A6-796E-E75E-68D3-CDCD3B6918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350E41-D1B5-867B-4BEA-21288F5682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3ACB28-306C-F76D-B1FE-666373F98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9EACA-3CB6-4404-A7E9-60B5A84BBA30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CBEEDD-208C-0FE6-A026-4D56554CF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BAE112-88DD-9070-EF47-E1AA2ACDC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B4D50-58C4-498C-B786-4C225CA75A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658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A1A9A-8B79-553A-1DE3-921216E18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800A0-7772-9420-685B-6203F7BA03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5C5B81-DD52-3A82-0701-83CACF73C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9EACA-3CB6-4404-A7E9-60B5A84BBA30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3FED4-B19F-0ECA-5CE0-8081073D2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C3082-3801-6046-15AA-F5023E596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B4D50-58C4-498C-B786-4C225CA75A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292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546CE-BC92-9165-1177-65D30800B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7403E-6CB9-AA24-9F41-20A1404F82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FAD3EC-1ABB-44CA-7068-FCA733A23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9EACA-3CB6-4404-A7E9-60B5A84BBA30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3816A4-EC15-A746-F391-88381A4C8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61AC95-33D8-5C3C-16F6-577B373AC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B4D50-58C4-498C-B786-4C225CA75A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5674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1FA20-4B5E-159C-E804-9B832E803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3E3A6-75C2-186E-DB03-DFE4C2A74D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735877-D9D1-20AF-292F-5E05788952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CD8E5A-06E2-4ADB-A568-035BE0FC3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9EACA-3CB6-4404-A7E9-60B5A84BBA30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669454-06CB-303D-60F7-528E2A8EE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FABF52-E52A-0BFB-5DA8-0CF25823F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B4D50-58C4-498C-B786-4C225CA75A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0157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15F2C-4F3D-EB14-DB8B-FB323A03A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B5E41A-EB7C-945D-F4C0-3DD480A872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BB6252-F2AE-60F4-3F60-7E4F4C2016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B35EA-7EC8-BDE0-4F74-45B7A4FC2F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0AE5F5-FE06-2F59-D85D-223E4D899A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A0AB6F-BFBD-3494-7789-9BB69CA03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9EACA-3CB6-4404-A7E9-60B5A84BBA30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449E73-C093-33A2-A60E-389D91D80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FBB6DC-6274-40F8-C3B0-C7F890E05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B4D50-58C4-498C-B786-4C225CA75A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1034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30A01-D6DC-7A63-B17A-C16939F80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F08CAA-A55F-C045-3F2E-DAC668A2A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9EACA-3CB6-4404-A7E9-60B5A84BBA30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79C858-13DB-B92E-6776-47C3848C6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589805-5E0E-C7B9-E864-F0BD9DF02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B4D50-58C4-498C-B786-4C225CA75A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9385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96084B-08DE-2506-99B4-CBF976454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9EACA-3CB6-4404-A7E9-60B5A84BBA30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885FDE-B01D-6BE1-359A-65FCE88C9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D9727E-6592-766A-BDAD-0FDF5228A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B4D50-58C4-498C-B786-4C225CA75A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79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083E0-6E56-C6EB-A75B-05E7CA46C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2BB243-C287-2A56-B221-35CED57408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65DE7A-A2BE-FBDA-C93F-AF00CEDDF2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3A41AF-42A2-1DE4-2732-3F4FA27D0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9EACA-3CB6-4404-A7E9-60B5A84BBA30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22A911-9ADA-EEC2-9087-38099C85E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1D650A-14ED-1B0E-4FE1-B20334DF9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B4D50-58C4-498C-B786-4C225CA75A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8449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547DA-0E8E-BCD6-8F7F-365421440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04945F-A56B-42A1-16E4-9ED0493B10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4B9F5E-5EDC-0F18-164C-1E3270CA6E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D7561B-9317-6CE4-4403-DFB3C33AA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9EACA-3CB6-4404-A7E9-60B5A84BBA30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6C0EC1-A279-C7A9-5829-279A16FA7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D6BE64-2684-A9B2-E6D5-A9A8138B7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B4D50-58C4-498C-B786-4C225CA75A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3527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E9F49-9BC1-4C35-84A4-C37BB93B5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A6E4D1-18AC-02C7-AACD-20DA75CFAC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1AD6E-1B16-03CD-2A96-0F7415D2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9EACA-3CB6-4404-A7E9-60B5A84BBA30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968AB-FD8F-709E-48E8-DCBB62D66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321BAE-0DC7-8092-9CCC-DFDDD41BA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B4D50-58C4-498C-B786-4C225CA75A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433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CA60B9-E3F7-3623-D9FA-A6C77E2A3D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980D93-1544-E89F-4176-88F061727D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99F059-C5B0-A55E-B207-C2F4EEDD5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9EACA-3CB6-4404-A7E9-60B5A84BBA30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A4B7A-BA56-6744-7563-4633E82F5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42104-0663-0B1F-873B-2869E4FDF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B4D50-58C4-498C-B786-4C225CA75A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7990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4AE301-50DE-DA4C-58A4-9F230CF93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CF6D2A-E1FA-ED60-9912-877A3F9D82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9C9444-F9A2-3AAA-B6AE-59AE244403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09EACA-3CB6-4404-A7E9-60B5A84BBA30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1421C2-4E28-5F3A-338D-4999B4C5A6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CA913F-5687-7792-61CE-E24E940506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6B4D50-58C4-498C-B786-4C225CA75A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9079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938B10-07D8-2FE0-5239-631375DA97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2C56078-8768-F927-83A4-871E51EAA9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186" b="28797"/>
          <a:stretch>
            <a:fillRect/>
          </a:stretch>
        </p:blipFill>
        <p:spPr>
          <a:xfrm>
            <a:off x="0" y="-1"/>
            <a:ext cx="1545627" cy="1406013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9BD59210-21FE-A90E-3788-486A7319B7D4}"/>
              </a:ext>
            </a:extLst>
          </p:cNvPr>
          <p:cNvSpPr/>
          <p:nvPr/>
        </p:nvSpPr>
        <p:spPr>
          <a:xfrm>
            <a:off x="1415845" y="148711"/>
            <a:ext cx="886864" cy="838201"/>
          </a:xfrm>
          <a:prstGeom prst="ellipse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17A665-D438-D770-F922-936AE5ED4DA4}"/>
              </a:ext>
            </a:extLst>
          </p:cNvPr>
          <p:cNvSpPr txBox="1"/>
          <p:nvPr/>
        </p:nvSpPr>
        <p:spPr>
          <a:xfrm>
            <a:off x="628398" y="2269073"/>
            <a:ext cx="647945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latin typeface="Century Gothic" panose="020B0502020202020204" pitchFamily="34" charset="0"/>
              </a:rPr>
              <a:t>SCAN</a:t>
            </a:r>
            <a:endParaRPr lang="en-IN" sz="9600" dirty="0">
              <a:latin typeface="Century Gothic" panose="020B0502020202020204" pitchFamily="34" charset="0"/>
            </a:endParaRPr>
          </a:p>
          <a:p>
            <a:r>
              <a:rPr lang="en-US" sz="10000" b="1" dirty="0">
                <a:solidFill>
                  <a:srgbClr val="5C9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 (Headings)"/>
              </a:rPr>
              <a:t>GREEN</a:t>
            </a:r>
            <a:r>
              <a:rPr lang="en-US" dirty="0"/>
              <a:t> </a:t>
            </a:r>
          </a:p>
          <a:p>
            <a:r>
              <a:rPr lang="en-IN" sz="2000" b="1" dirty="0">
                <a:solidFill>
                  <a:schemeClr val="bg1"/>
                </a:solidFill>
              </a:rPr>
              <a:t>               Plastic-Free Product Checker</a:t>
            </a:r>
            <a:endParaRPr lang="en-IN" sz="2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1628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AE4206-6567-0CC8-EFFA-93CCAC175206}"/>
              </a:ext>
            </a:extLst>
          </p:cNvPr>
          <p:cNvSpPr txBox="1"/>
          <p:nvPr/>
        </p:nvSpPr>
        <p:spPr>
          <a:xfrm>
            <a:off x="0" y="0"/>
            <a:ext cx="6097656" cy="4632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&amp; Why It Matters</a:t>
            </a:r>
            <a:endParaRPr lang="en-US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❌ The Problem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Consumers cannot easily identify plastic-free or eco-friendly products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Labels are confusing and often misleading (greenwashing)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clarity leads to excessive plastic waste</a:t>
            </a:r>
          </a:p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🌍 Why It Matters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 generates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3.5 million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tonnes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plastic waste annually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Single-use plastics harm land, oceans, and climate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Consumers want sustainable choices but lack decision tools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0E7CEA-A7B9-85FD-227E-8AA607987138}"/>
              </a:ext>
            </a:extLst>
          </p:cNvPr>
          <p:cNvSpPr txBox="1"/>
          <p:nvPr/>
        </p:nvSpPr>
        <p:spPr>
          <a:xfrm>
            <a:off x="6096000" y="2821851"/>
            <a:ext cx="6122504" cy="4016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ScanGreen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What is </a:t>
            </a:r>
            <a:r>
              <a:rPr lang="en-US" sz="4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ScanGreen</a:t>
            </a:r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>
              <a:buNone/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ScanGreen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AI-powered product checker that helps users identify whether a product is: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Plastic-free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Eco-friendly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Sustainable</a:t>
            </a:r>
          </a:p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📊 What It Delivers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 Score (0–10)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sustainability explanation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Greener alternative recommendations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F9EC14-9878-7EC1-8F12-1C35118862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3031" y="615553"/>
            <a:ext cx="2519520" cy="137540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1FFFCD9-2ABD-CA9A-8F64-740F0507DA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5871" y="615553"/>
            <a:ext cx="2519520" cy="137540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1C3B366-1B0E-93AA-00FC-A6B05F3100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4703" y="4878959"/>
            <a:ext cx="2646672" cy="144481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6A07549-72BB-B993-1BA6-58E119A2AA1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626" y="4878958"/>
            <a:ext cx="2646672" cy="144481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070047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3C9FA5-EBA4-A100-3D42-768F7D6C30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6386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5FEAD31-7A70-76AB-0DEE-3F26F1AE9C78}"/>
              </a:ext>
            </a:extLst>
          </p:cNvPr>
          <p:cNvSpPr/>
          <p:nvPr/>
        </p:nvSpPr>
        <p:spPr>
          <a:xfrm>
            <a:off x="165370" y="126460"/>
            <a:ext cx="2655651" cy="632297"/>
          </a:xfrm>
          <a:prstGeom prst="rect">
            <a:avLst/>
          </a:prstGeom>
          <a:solidFill>
            <a:srgbClr val="EFFBF1"/>
          </a:solidFill>
          <a:ln>
            <a:solidFill>
              <a:srgbClr val="EFFB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6081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70F115-47FB-B4BD-47A6-EF5FCA3EA6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0559CB2-E295-CC15-61D0-90231781E484}"/>
              </a:ext>
            </a:extLst>
          </p:cNvPr>
          <p:cNvSpPr/>
          <p:nvPr/>
        </p:nvSpPr>
        <p:spPr>
          <a:xfrm>
            <a:off x="506895" y="188843"/>
            <a:ext cx="2295939" cy="914400"/>
          </a:xfrm>
          <a:prstGeom prst="rect">
            <a:avLst/>
          </a:prstGeom>
          <a:solidFill>
            <a:srgbClr val="D9EEF6"/>
          </a:solidFill>
          <a:ln>
            <a:solidFill>
              <a:srgbClr val="DAE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502E7F-3FA3-75FE-5BFE-EEB209A67AA1}"/>
              </a:ext>
            </a:extLst>
          </p:cNvPr>
          <p:cNvSpPr txBox="1"/>
          <p:nvPr/>
        </p:nvSpPr>
        <p:spPr>
          <a:xfrm>
            <a:off x="539656" y="5622588"/>
            <a:ext cx="1491114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900" b="1" dirty="0"/>
              <a:t>Or</a:t>
            </a:r>
          </a:p>
          <a:p>
            <a:r>
              <a:rPr lang="en-US" sz="1900" b="1" dirty="0"/>
              <a:t>Scan/Upload</a:t>
            </a:r>
            <a:endParaRPr lang="en-IN" sz="1900" b="1" dirty="0"/>
          </a:p>
        </p:txBody>
      </p:sp>
    </p:spTree>
    <p:extLst>
      <p:ext uri="{BB962C8B-B14F-4D97-AF65-F5344CB8AC3E}">
        <p14:creationId xmlns:p14="http://schemas.microsoft.com/office/powerpoint/2010/main" val="1987614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1A89A7-8140-BC93-4D00-FA1D813C79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012" t="15562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79B6CA-8771-2300-1C46-755B988B57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573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84448FC-F8B4-83E4-68CE-598CA2B76F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D927B81-3CCA-42DD-3C54-ED15575128D1}"/>
              </a:ext>
            </a:extLst>
          </p:cNvPr>
          <p:cNvSpPr/>
          <p:nvPr/>
        </p:nvSpPr>
        <p:spPr>
          <a:xfrm>
            <a:off x="417443" y="258417"/>
            <a:ext cx="2256183" cy="715618"/>
          </a:xfrm>
          <a:prstGeom prst="rect">
            <a:avLst/>
          </a:prstGeom>
          <a:solidFill>
            <a:srgbClr val="F0DFF9"/>
          </a:solidFill>
          <a:ln>
            <a:solidFill>
              <a:srgbClr val="F0DF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450D66-7354-C226-E66B-A8CA24CF1F4F}"/>
              </a:ext>
            </a:extLst>
          </p:cNvPr>
          <p:cNvSpPr txBox="1"/>
          <p:nvPr/>
        </p:nvSpPr>
        <p:spPr>
          <a:xfrm>
            <a:off x="4355690" y="5004620"/>
            <a:ext cx="3726426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SzPct val="120000"/>
              <a:buFont typeface="Arial" panose="020B0604020202020204" pitchFamily="34" charset="0"/>
              <a:buChar char="•"/>
            </a:pPr>
            <a:r>
              <a:rPr lang="en-US" sz="1900" dirty="0"/>
              <a:t>Phase 3: </a:t>
            </a:r>
            <a:r>
              <a:rPr lang="en-US" sz="1900" dirty="0" err="1"/>
              <a:t>App,browser</a:t>
            </a:r>
            <a:r>
              <a:rPr lang="en-US" sz="1900" dirty="0"/>
              <a:t> extension</a:t>
            </a:r>
            <a:endParaRPr lang="en-IN" sz="1900" dirty="0"/>
          </a:p>
        </p:txBody>
      </p:sp>
    </p:spTree>
    <p:extLst>
      <p:ext uri="{BB962C8B-B14F-4D97-AF65-F5344CB8AC3E}">
        <p14:creationId xmlns:p14="http://schemas.microsoft.com/office/powerpoint/2010/main" val="128817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47F3A8B-B459-B0A5-FA9D-5B7B8A252D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19F0209-DAC0-5410-16D6-AD2EC1C3D06D}"/>
              </a:ext>
            </a:extLst>
          </p:cNvPr>
          <p:cNvSpPr txBox="1"/>
          <p:nvPr/>
        </p:nvSpPr>
        <p:spPr>
          <a:xfrm>
            <a:off x="-81168" y="1059120"/>
            <a:ext cx="6177168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0" b="1" dirty="0">
                <a:solidFill>
                  <a:srgbClr val="5C985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 (Headings)"/>
              </a:rPr>
              <a:t>THANK</a:t>
            </a:r>
            <a:endParaRPr lang="en-US" sz="8000" b="1" dirty="0">
              <a:solidFill>
                <a:srgbClr val="00FF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 (Headings)"/>
            </a:endParaRPr>
          </a:p>
          <a:p>
            <a:pPr algn="ctr"/>
            <a:r>
              <a:rPr lang="en-US" sz="6000" dirty="0">
                <a:latin typeface="Century Gothic" panose="020B0502020202020204" pitchFamily="34" charset="0"/>
              </a:rPr>
              <a:t>YOU</a:t>
            </a:r>
            <a:r>
              <a:rPr lang="en-US" sz="6000" dirty="0"/>
              <a:t> </a:t>
            </a:r>
          </a:p>
          <a:p>
            <a:pPr algn="ctr"/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4099227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124</Words>
  <Application>Microsoft Office PowerPoint</Application>
  <PresentationFormat>Widescreen</PresentationFormat>
  <Paragraphs>27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Calibri Light</vt:lpstr>
      <vt:lpstr>Century Gothic</vt:lpstr>
      <vt:lpstr>Century Gothic (Headings)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UDAY BHASKAR</dc:creator>
  <cp:lastModifiedBy>UDAY BHASKAR</cp:lastModifiedBy>
  <cp:revision>40</cp:revision>
  <dcterms:created xsi:type="dcterms:W3CDTF">2026-01-30T08:53:43Z</dcterms:created>
  <dcterms:modified xsi:type="dcterms:W3CDTF">2026-01-30T11:24:26Z</dcterms:modified>
</cp:coreProperties>
</file>